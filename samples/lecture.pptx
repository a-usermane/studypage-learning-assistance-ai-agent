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讲者备注：请区分更新方向和更新步长。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已有讲者备注也应被提取。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/>
              <a:t>Gradient descent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000"/>
              <a:t>Gradient descent</a:t>
            </a:r>
          </a:p>
          <a:p>
            <a:r>
              <a:rPr sz="2000"/>
              <a:t>Learning rate</a:t>
            </a:r>
          </a:p>
          <a:p>
            <a:r>
              <a:rPr sz="2000"/>
              <a:t>参数沿梯度反方向更新。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/>
              <a:t>Overfitting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000"/>
              <a:t>Overfitting</a:t>
            </a:r>
          </a:p>
          <a:p>
            <a:r>
              <a:rPr sz="2000"/>
              <a:t>Training data / Validation data</a:t>
            </a:r>
          </a:p>
          <a:p>
            <a:r>
              <a:rPr sz="2000"/>
              <a:t>验证集帮助观察泛化表现。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914400" y="4846320"/>
          <a:ext cx="6400800" cy="914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/>
                <a:gridCol w="3200400"/>
              </a:tblGrid>
              <a:tr h="457200">
                <a:tc>
                  <a:txBody>
                    <a:bodyPr/>
                    <a:lstStyle/>
                    <a:p>
                      <a:r>
                        <a:t>Training data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Validation data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Fit parameters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Check generalization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